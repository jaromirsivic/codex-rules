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0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868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53E3E757-5FBC-F3B1-19FC-5F8A5D9E7A26}"/>
              </a:ext>
            </a:extLst>
          </p:cNvPr>
          <p:cNvSpPr/>
          <p:nvPr/>
        </p:nvSpPr>
        <p:spPr>
          <a:xfrm>
            <a:off x="2302932" y="658367"/>
            <a:ext cx="9152467" cy="536989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cs-CZ" sz="15400" b="1" dirty="0" err="1">
                <a:solidFill>
                  <a:srgbClr val="1721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Codex</a:t>
            </a:r>
            <a:endParaRPr lang="en-US" sz="15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afický objekt 3" descr="OpenAI Logo PNG Vector SVG (3.39 KB) Free Download">
            <a:extLst>
              <a:ext uri="{FF2B5EF4-FFF2-40B4-BE49-F238E27FC236}">
                <a16:creationId xmlns:a16="http://schemas.microsoft.com/office/drawing/2014/main" id="{12FDFC7C-E38B-A7E5-42E5-7438D2C0C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4595" y="2404072"/>
            <a:ext cx="2028537" cy="204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6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je </a:t>
            </a:r>
            <a:r>
              <a:rPr lang="cs-CZ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</a:t>
            </a:r>
            <a:r>
              <a:rPr lang="en-US" sz="3500" b="1" dirty="0" err="1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umělá</a:t>
            </a: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inteligence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cs-CZ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r>
              <a:rPr lang="en-US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mělá</a:t>
            </a: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inteligence je technologie, která z dat rozpoznává vzory a pomáhá řešit úlohy.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Příklady z běžného života: doporučení obsahu, překladače, rozpoznávání obrazu a hlasoví asistenti.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je to neuronová síť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inspirovaný propojením neuronů v lidském mozku.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Vrstvy neuronů postupně zpracovávají vstupní informace.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Učí se úpravou vah podle velkého množství dat.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Používá se pro obraz, řeč, text i predikce.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je</a:t>
            </a:r>
            <a:r>
              <a:rPr lang="cs-CZ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to</a:t>
            </a: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LLM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Jazykový model pracující s velkým množstvím textu.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Předpovídá další slova podle kontextu.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Umí psát, shrnovat, překládat i odpovídat.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je to token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je malá jednotka textu, kterou model zpracovává.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Může představovat slovo, část slova nebo interpunkci.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Tokeny</a:t>
            </a: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cs-CZ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</a:t>
            </a:r>
            <a:r>
              <a:rPr lang="cs-CZ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nejmenčí</a:t>
            </a:r>
            <a:r>
              <a:rPr lang="cs-CZ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nedělitelná jednotka informace pro neuronovou síť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Delší konverzace a soubory znamenají vyšší spotřebu tokenů.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05840" y="3950208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3822192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Počet tokenů ovlivňuje limity, rychlost a cenu práce.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Vývoj v posledních několika měsících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GPT-5.6 spojil rychlé odpovědi s hlubším uvažováním.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Modely lépe plánují vícekrokové úkoly a používají nástroje.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přesněji pracuje s kódem, obrazem i dlouhým kontextem.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 stále častěji samostatně provádějí pracovní postupy.s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Rozdíl mezi asistentem a agentem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Asistent reaguje na příkazy podle předem určených pravidel.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asistent rozumí jazyku a navrhuje odpovědi.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 sám plánuje, používá nástroje a dokončuje úkoly.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Aktuální nástroje Codex, Claude Code a Cursor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Codex: </a:t>
            </a:r>
            <a:r>
              <a:rPr lang="cs-CZ" sz="17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</a:t>
            </a:r>
            <a:r>
              <a:rPr lang="en-US" sz="17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pro samostatné programování, testy a </a:t>
            </a:r>
            <a:r>
              <a:rPr lang="cs-CZ" sz="17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ovládání počítače.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Code: terminálový agent pro úpravy kódu a testy.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Cursor: editor s rychlým doplňováním a úpravami přímo v kódu.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se hodí pro delegování delších úkolů a automatické testování. Claude Code pracuje přímo v terminálu a dobře rozumí projektu. Cursor je nejrychlejší pro průběžné úpravy v editoru. Codex a Claude Code vyžadují jasné zadání a kontrolu výsledku, Cursor je slabší pro dlouhé úkoly </a:t>
            </a:r>
            <a:r>
              <a:rPr lang="en-US" sz="17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</a:t>
            </a:r>
            <a:r>
              <a:rPr lang="en-US" sz="17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pozadí</a:t>
            </a:r>
            <a:r>
              <a:rPr lang="cs-CZ" sz="17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ale umožňuje větší kontrolu kódu.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 aplikace a základní rozložení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Levý panel: projekty, úkoly a rychlá navigace.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225296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53896" y="2231136"/>
            <a:ext cx="974750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Přepínání mezi projekty, úkoly a historií.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25296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53896" y="2761488"/>
            <a:ext cx="974750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Vytvoření nového úkolu a hledání starších konverzací.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Střed: rozhovor, zadání a postup práce agenta.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225296" y="3950208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53896" y="3822192"/>
            <a:ext cx="974750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Zadání přirozeným jazykem a průběžná komunikace.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25296" y="448056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53896" y="4352544"/>
            <a:ext cx="974750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Zobrazení plánu, výsledků a průběhu práce.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5840" y="501091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488289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Pravý panel: soubory, </a:t>
            </a:r>
            <a:r>
              <a:rPr lang="cs-CZ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webový prohlížeč</a:t>
            </a: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podrobnosti aktuálního úkolu.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1225296" y="554126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53896" y="5413248"/>
            <a:ext cx="974750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Prohlížeč souborů pro aktuální projekt.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je to model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je AI systém naučený na globálních datech (celém internetu)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Luna: rychlá volba pro jasné, opakované </a:t>
            </a:r>
            <a:r>
              <a:rPr lang="en-US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úkoly</a:t>
            </a: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r>
              <a:rPr lang="cs-CZ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Malá neuronová síť. Levná. Téměř nevyčerpatelná.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Terra: vyvážený model pro běžnou práci s </a:t>
            </a:r>
            <a:r>
              <a:rPr lang="en-US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nástroji</a:t>
            </a: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r>
              <a:rPr lang="cs-CZ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Úroveň – čerstvý vysokoškolák s 2 roky praxe.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Sol: nejvyšší kvalita pro složité a otevřené </a:t>
            </a:r>
            <a:r>
              <a:rPr lang="en-US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úkoly</a:t>
            </a: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r>
              <a:rPr lang="cs-CZ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cs-CZ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Ph.d.</a:t>
            </a:r>
            <a:r>
              <a:rPr lang="cs-CZ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až Docent level chytrosti.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05840" y="3950208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3822192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Doporučení: jako výchozí nastavení používat Sol Medium.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je</a:t>
            </a:r>
            <a:r>
              <a:rPr lang="cs-CZ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to</a:t>
            </a: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effort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Effort určuje, kolik úsilí model </a:t>
            </a:r>
            <a:r>
              <a:rPr lang="en-US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věnuje</a:t>
            </a: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přemýšlení</a:t>
            </a:r>
            <a:r>
              <a:rPr lang="cs-CZ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jak velký vede interní dialog.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neboli Light: rychlé, jasně vymezené úkoly.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Medium: rovnováha mezi rychlostí a kvalitou.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High: složitější úkoly s více kroky.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05840" y="3950208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3822192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High: náročné problémy s analýzou a kontrolou.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05840" y="448056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4440" y="435254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Max: nejvíce času pro jeden zvlášť těžký úkol.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005840" y="501091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488289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Ultra: paralelní subagenti pro rozdělenou komplexní práci.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Typy přístupu k počítači včetně full access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Read-only: pouze čtení, analýza a plánování bez změn.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Workspace-write: úpravy a příkazy jen v projektu.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Auto: práce v projektu, citlivé kroky vyžadují schválení.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access: přístup bez omezení pracovního prostoru a sandboxu.</a:t>
            </a:r>
            <a:endParaRPr lang="en-US" sz="1900" b="1" dirty="0"/>
          </a:p>
        </p:txBody>
      </p:sp>
      <p:sp>
        <p:nvSpPr>
          <p:cNvPr id="14" name="Shape 12"/>
          <p:cNvSpPr/>
          <p:nvPr/>
        </p:nvSpPr>
        <p:spPr>
          <a:xfrm>
            <a:off x="1005840" y="3950208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3822192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access je vhodný pro důvěryhodné, řízené projekty.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05840" y="448056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4440" y="435254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Hlavní pravidlo určuje hranice, kontroly a zakázané činnosti.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005840" y="501091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488289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jasných pravidel zůstává bezpečnější Auto nebo workspace-write.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Platby v aplikaci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Standardní režim šetří kredity při běžné práci.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nepřepínejte bez konkrétního důvodu.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Fast: 1,5× rychlejší, ale spotřebuje 2,5× více kreditů.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Placené nabídky potvrďte až po ověření ceny a dopadu.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05840" y="3950208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3822192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Vyšší effort a více agentů zvyšují spotřebu tokenů.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05840" y="448056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4440" y="435254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cs-CZ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nutné kontrolovat</a:t>
            </a: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zbývající kredity a limity před náročným úkolem.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je</a:t>
            </a:r>
            <a:r>
              <a:rPr lang="cs-CZ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to</a:t>
            </a: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master pravidlo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Hlavní pravidlo určuje dlouhodobé chování agenta.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Definuje bezpečnost, styl práce, povolené nástroje a omezení.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Zajišťuje stejný způsob práce napříč projekty a úkoly.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 být stručné, konkrétní a pravidelně udržované.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je</a:t>
            </a:r>
            <a:r>
              <a:rPr lang="cs-CZ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to</a:t>
            </a: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skill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je opakovatelný návod pro konkrétní typ úkolu.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Obsahuje postup, pravidla, zdroje a případně </a:t>
            </a:r>
            <a:r>
              <a:rPr lang="en-US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pomocné</a:t>
            </a: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skripty</a:t>
            </a:r>
            <a:r>
              <a:rPr lang="cs-CZ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nebo spustitelné soubory.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Aktivuje se podle zadání uživatele nebo </a:t>
            </a:r>
            <a:r>
              <a:rPr lang="en-US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povahy</a:t>
            </a: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úkolu</a:t>
            </a:r>
            <a:r>
              <a:rPr lang="cs-CZ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nebo pomocí klíčového slova.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Zvyšuje konzistenci a snižuje riziko opomenutí kroků.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je MCP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je standard pro připojení AI k nástrojům a datům.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Umožňuje bezpečný přístup ke službám, souborům a firemním systémům.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přes MCP čte informace nebo provádí povolené akce.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Oprávnění a důvěryhodnost připojení je nutné vždy kontrolovat.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je kontext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Kontext je soubor informací, se kterými model právě pracuje.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Patří sem zadání, historie konverzace, pravidla a soubory.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Relevantní kontext zlepšuje přesnost a kvalitu výsledku.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Příliš mnoho výpisů a detailů může zhoršit soustředění modelu.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05840" y="3950208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3822192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Přidávejte jen soubory, chyby a rozhodnutí důležitá pro úkol.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05840" y="448056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4440" y="435254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Při dlouhé konverzaci použijte `/compact` pro stručné shrnutí kontextu.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Rozdíl mezi agentním a plánovacím režimem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Plánovací režim sbírá kontext, ptá se a navrhuje postup.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vhodný pro nejasné, větší nebo rizikové úkoly.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Plán lze projít a upravit před zahájením práce.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Agentní režim upravuje soubory, spouští příkazy a ověřuje výsledek.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05840" y="3950208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3822192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Použijte jej po odsouhlasení jasného plánu.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05840" y="448056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4440" y="435254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Mezi režimy přepnete klávesovou zkratkou Ctrl + P.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 jsou Superpowers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Superpowers jsou postupy pro kvalitnější vývoj softwaru s AI.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2231136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Vedou brainstorming, plánování, testování, ladění a ověřování výsledků.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889504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Pomáhají zejména u středně velkých a složitých změn.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 malé úpravy by jejich použití zbytečně zpomalilo práci.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389888"/>
            <a:ext cx="1024128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3840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UMĚLÁ INTELIGENCE A CODEX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Děkuji za pozornost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" cy="73152"/>
          </a:xfrm>
          <a:prstGeom prst="ellipse">
            <a:avLst/>
          </a:prstGeom>
          <a:solidFill>
            <a:srgbClr val="147D8A"/>
          </a:solidFill>
          <a:ln w="12700">
            <a:solidFill>
              <a:srgbClr val="147D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1700784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63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Dotazy?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442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1165</Words>
  <Application>Microsoft Office PowerPoint</Application>
  <PresentationFormat>Širokoúhlá obrazovka</PresentationFormat>
  <Paragraphs>164</Paragraphs>
  <Slides>20</Slides>
  <Notes>19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Umělá inteligence a Codex</dc:title>
  <dc:subject>Umělá inteligence a Codex</dc:subject>
  <dc:creator>Codex</dc:creator>
  <cp:lastModifiedBy>Jaromír Šivic</cp:lastModifiedBy>
  <cp:revision>3</cp:revision>
  <dcterms:created xsi:type="dcterms:W3CDTF">2026-07-24T14:41:19Z</dcterms:created>
  <dcterms:modified xsi:type="dcterms:W3CDTF">2026-07-24T15:21:24Z</dcterms:modified>
</cp:coreProperties>
</file>